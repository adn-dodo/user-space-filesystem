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437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4350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Adn (Team Lead). Welcome the audience, introduce UserFS in one sentence, and introduce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Adn. Walk through the seven sections quickly (~20 seconds total).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Adn. Transition slide -- introduce the assignment UserFS was built for and why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Adn. Explain the constraint (no kernel changes, no FUSE) and the learning goal behind the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Mariam. Walk the fixed-geometry table; explain why ufs_format()/ufs_mount() enforce these exact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Mariam. Transition into the six on-disk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Mariam. Walk the six regions left to right; note blocks 0-2185 are reserved so the allocator can never touch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Presenters: Mariam covers the superblock (left card); Arwa covers the inode structure (right card).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Yasmeen. Explain the 64-byte directory entry, 8 entries per block, and the 64-entry-per-directory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Arwa.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Arwa. Explain the bitmap-scan approach for both inode and block 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Arwa. Walk the direct / single-indirect / double-indirect table and the resulting max file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Yasmeen.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Yasmeen. Explain absolute-path resolution and the namespace error codes (ENOENT, EEXIST, ENOTDIR, ENOTEMPTY).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Yasmeen. Compare hard links vs symbolic links; note both were optional per TASK.md but implemented anyway.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Adn. This is your subsystem — explain the 32-slot descriptor table and the read/write/seek/truncate semantics, including append-mode and hole-zero-filling.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Jana.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Arwa. Transition slide -- note this section goes beyond the required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Arwa. Walk the five-step commit pipeline and why full-block replay is idempotent.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Adn. As the integrator, explain how mmap/msync/munmap and the synchronization model tie the subsystems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Jana. Highlight a few of the invariants the test suite enforces.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Jana.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Jana. Walk the test-file table and call out the bonus coverage beyond the required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Jana. State the pass counts, zero warnings, and clean sanitizer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Adn. Your shell — walk the command groups, then optionally switch to a live terminal demo here (format, create nested files, unmount/remount to show persistence).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Adn. Summarize as team lead: every required deliverable plus everything implemented beyond the simplifications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Adn. Explain the deliberate limits honestly and tie them back to the design goals from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Adn introduces the slide, then each teammate briefly states their own row aloud as it's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Adn. Close the talk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2377440"/>
            <a:ext cx="7498080" cy="749808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371600" y="2331720"/>
            <a:ext cx="1554480" cy="155448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2331720"/>
            <a:ext cx="1554480" cy="384048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3383280" y="28803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User-Space Filesystem Library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3520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383280" y="3977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walkthrough and testing report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463040" y="1554480"/>
            <a:ext cx="6583680" cy="512064"/>
          </a:xfrm>
          <a:prstGeom prst="roundRect">
            <a:avLst>
              <a:gd name="adj" fmla="val 16071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91640" y="1554480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assignment &amp; design goals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463040" y="2194560"/>
            <a:ext cx="6583680" cy="512064"/>
          </a:xfrm>
          <a:prstGeom prst="roundRect">
            <a:avLst>
              <a:gd name="adj" fmla="val 16071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91640" y="2194560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On-disk layout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463040" y="2834640"/>
            <a:ext cx="6583680" cy="512064"/>
          </a:xfrm>
          <a:prstGeom prst="roundRect">
            <a:avLst>
              <a:gd name="adj" fmla="val 16071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91640" y="2834640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Allocation strategy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463040" y="3474720"/>
            <a:ext cx="6583680" cy="512064"/>
          </a:xfrm>
          <a:prstGeom prst="roundRect">
            <a:avLst>
              <a:gd name="adj" fmla="val 16071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91640" y="3474720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Namespace, links &amp; metadata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463040" y="4114800"/>
            <a:ext cx="6583680" cy="512064"/>
          </a:xfrm>
          <a:prstGeom prst="roundRect">
            <a:avLst>
              <a:gd name="adj" fmla="val 16071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91640" y="4114800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Journal, mmap &amp; synchronization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463040" y="4754880"/>
            <a:ext cx="6583680" cy="512064"/>
          </a:xfrm>
          <a:prstGeom prst="roundRect">
            <a:avLst>
              <a:gd name="adj" fmla="val 16071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91640" y="4754880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Testing &amp; verification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463040" y="5394960"/>
            <a:ext cx="6583680" cy="512064"/>
          </a:xfrm>
          <a:prstGeom prst="roundRect">
            <a:avLst>
              <a:gd name="adj" fmla="val 16071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691640" y="5394960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Results, limits &amp; team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52560" y="2148840"/>
            <a:ext cx="3291840" cy="3291840"/>
          </a:xfrm>
          <a:prstGeom prst="ellipse">
            <a:avLst/>
          </a:prstGeom>
          <a:solidFill>
            <a:srgbClr val="D7E9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78240" y="-2377440"/>
            <a:ext cx="7498080" cy="749808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288036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UserFS?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9692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library that implements a small filesystem entirely in user space.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kernel modifications, no kernel module, and no FUSE.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regular Linux file is one complete, self-contained disk image.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link libuserfs.a directly and call a POSIX-like API (ufs_open, ufs_read, ufs_mkdir, ufs_stat, ...).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Numbers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463040"/>
          <a:ext cx="6949440" cy="384048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MiB (16,777,216 bytes)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blocks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inodes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Inode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Directory-entry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descriptors / process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mappings / process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name / 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chars / 255 chars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280160" y="5806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geometry keeps validation and block addressing simple: ufs_format() accepts only 16 MiB, and ufs_mount() rejects any image whose size or superblock geometry does not match.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52560" y="2148840"/>
            <a:ext cx="3291840" cy="3291840"/>
          </a:xfrm>
          <a:prstGeom prst="ellipse">
            <a:avLst/>
          </a:prstGeom>
          <a:solidFill>
            <a:srgbClr val="D7E9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78240" y="-2377440"/>
            <a:ext cx="7498080" cy="749808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2880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On-Disk Layout</a:t>
            </a:r>
            <a:endParaRPr lang="en-US" sz="4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File, Six Regions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868680" cy="1371600"/>
          </a:xfrm>
          <a:prstGeom prst="rect">
            <a:avLst/>
          </a:prstGeom>
          <a:solidFill>
            <a:srgbClr val="9FD9D0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76072" y="1947672"/>
            <a:ext cx="813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Superblock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blk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90472" y="1920240"/>
            <a:ext cx="868680" cy="1371600"/>
          </a:xfrm>
          <a:prstGeom prst="rect">
            <a:avLst/>
          </a:prstGeom>
          <a:solidFill>
            <a:srgbClr val="CFE9E5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17904" y="1947672"/>
            <a:ext cx="81381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blk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32304" y="1920240"/>
            <a:ext cx="960120" cy="1371600"/>
          </a:xfrm>
          <a:prstGeom prst="rect">
            <a:avLst/>
          </a:prstGeom>
          <a:solidFill>
            <a:srgbClr val="FFFBBA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59736" y="1947672"/>
            <a:ext cx="90525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2–9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blk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65576" y="1920240"/>
            <a:ext cx="1234440" cy="1371600"/>
          </a:xfrm>
          <a:prstGeom prst="rect">
            <a:avLst/>
          </a:prstGeom>
          <a:solidFill>
            <a:srgbClr val="9FD9D0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93008" y="1947672"/>
            <a:ext cx="11795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 table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10–137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blk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73168" y="1920240"/>
            <a:ext cx="1463040" cy="1371600"/>
          </a:xfrm>
          <a:prstGeom prst="rect">
            <a:avLst/>
          </a:prstGeom>
          <a:solidFill>
            <a:srgbClr val="CFE9E5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1947672"/>
            <a:ext cx="14081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journal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138–2185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2,048 blk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1920240"/>
            <a:ext cx="3291840" cy="1371600"/>
          </a:xfrm>
          <a:prstGeom prst="rect">
            <a:avLst/>
          </a:prstGeom>
          <a:solidFill>
            <a:srgbClr val="FFFBBA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36792" y="1947672"/>
            <a:ext cx="323697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directory / pointer blocks (data region)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2186–32767 — 30,582 blk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7033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32,768 total blocks × 512 bytes = 16 MiB. The block bitmap has one bit per block; blocks 0–2185 are marked reserved at format time, so the allocator can only ever return blocks in the data region.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 bitmap: one bit per inode; inode 0 is reserved for the root directory — 511 initially free.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inode starts at size 0 with no data block; its first directory block is allocated on the first entry.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Superblock &amp; Inodes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4846320" cy="4572000"/>
          </a:xfrm>
          <a:prstGeom prst="roundRect">
            <a:avLst>
              <a:gd name="adj" fmla="val 1200"/>
            </a:avLst>
          </a:prstGeom>
          <a:solidFill>
            <a:srgbClr val="F7FB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Superblock (512 bytes)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4389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0x55465331 (“UFS1”) + format version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size, total blocks, every region's start/length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Total/free inode and data-block counters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inode number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location &amp; sequence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/ dirty mount state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flags: journaling, metadata, links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23560" y="1508760"/>
            <a:ext cx="5989320" cy="4572000"/>
          </a:xfrm>
          <a:prstGeom prst="roundRect">
            <a:avLst>
              <a:gd name="adj" fmla="val 1200"/>
            </a:avLst>
          </a:prstGeom>
          <a:solidFill>
            <a:srgbClr val="F7FB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521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 (128 bytes, 4 per table block)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2160" y="2103120"/>
            <a:ext cx="54864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(file / directory / symlink), flags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mode, owner UID, owner GID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hard-link count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64-bit size + logical data-block count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direct pointers + 1 single-indirect + 1 double-indirect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number — detects stale descriptors/mappings after a slot is reused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atime / mtime / ctime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unused pointer is UFS_INVALID_BLOCK (0xFFFFFFFF), never 0 — block 0 is a real block, occupied by the superblock.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Entries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6035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directory's data blocks hold fixed 64-byte records: used flag, inode number, object type, and a null-terminated name (≤ 31 chars).</a:t>
            </a:r>
            <a:endParaRPr lang="en-US" sz="15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512-byte block holds 8 entries.</a:t>
            </a:r>
            <a:endParaRPr lang="en-US" sz="15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implementation uses only the inode's 8 direct pointers for directory data → a hard cap of 64 entries per directory.</a:t>
            </a:r>
            <a:endParaRPr lang="en-US" sz="15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entries are reusable slots.</a:t>
            </a:r>
            <a:endParaRPr lang="en-US" sz="15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size is the allocated capacity in bytes (a multiple of 512), not the sum of name lengths.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040880" y="1325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directory block (512 bytes)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1737360"/>
            <a:ext cx="4206240" cy="347472"/>
          </a:xfrm>
          <a:prstGeom prst="rect">
            <a:avLst/>
          </a:prstGeom>
          <a:solidFill>
            <a:srgbClr val="9FD9D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0" y="17373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0  —  used | inode# | type | name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040880" y="2121408"/>
            <a:ext cx="4206240" cy="347472"/>
          </a:xfrm>
          <a:prstGeom prst="rect">
            <a:avLst/>
          </a:prstGeom>
          <a:solidFill>
            <a:srgbClr val="CFE9E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0" y="212140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1  —  used | inode# | type | name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0" y="2505456"/>
            <a:ext cx="4206240" cy="347472"/>
          </a:xfrm>
          <a:prstGeom prst="rect">
            <a:avLst/>
          </a:prstGeom>
          <a:solidFill>
            <a:srgbClr val="9FD9D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32320" y="25054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2  —  used | inode# | type | name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040880" y="2889504"/>
            <a:ext cx="4206240" cy="347472"/>
          </a:xfrm>
          <a:prstGeom prst="rect">
            <a:avLst/>
          </a:prstGeom>
          <a:solidFill>
            <a:srgbClr val="CFE9E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32320" y="288950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3  —  used | inode# | type | name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40880" y="3273552"/>
            <a:ext cx="4206240" cy="347472"/>
          </a:xfrm>
          <a:prstGeom prst="rect">
            <a:avLst/>
          </a:prstGeom>
          <a:solidFill>
            <a:srgbClr val="9FD9D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0" y="32735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4  —  used | inode# | type | name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40880" y="3657600"/>
            <a:ext cx="4206240" cy="347472"/>
          </a:xfrm>
          <a:prstGeom prst="rect">
            <a:avLst/>
          </a:prstGeom>
          <a:solidFill>
            <a:srgbClr val="CFE9E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0" y="3657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5  —  used | inode# | type | name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40880" y="4041648"/>
            <a:ext cx="4206240" cy="347472"/>
          </a:xfrm>
          <a:prstGeom prst="rect">
            <a:avLst/>
          </a:prstGeom>
          <a:solidFill>
            <a:srgbClr val="9FD9D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0" y="40416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6  —  used | inode# | type | name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4425696"/>
            <a:ext cx="4206240" cy="347472"/>
          </a:xfrm>
          <a:prstGeom prst="rect">
            <a:avLst/>
          </a:prstGeom>
          <a:solidFill>
            <a:srgbClr val="CFE9E5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132320" y="44256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7  —  used | inode# | type | name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52560" y="2148840"/>
            <a:ext cx="3291840" cy="3291840"/>
          </a:xfrm>
          <a:prstGeom prst="ellipse">
            <a:avLst/>
          </a:prstGeom>
          <a:solidFill>
            <a:srgbClr val="D7E9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78240" y="-2377440"/>
            <a:ext cx="7498080" cy="749808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28803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Strategy</a:t>
            </a:r>
            <a:endParaRPr lang="en-US" sz="4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 &amp; Block Allocation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 allocation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inode bitmap for a clear bit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it, initialize with invalid pointers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 free_inodes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Releasing clears the bit and makes the slot reusable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 0 is never released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0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allocation (first-fit)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5040" y="1965960"/>
            <a:ext cx="5577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block bitmap from block 2186 for the first clear bit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it allocated, zero it before use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Decrement free_blocks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Freeing reverses the bitmap bit and counters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below 2186 can never be returned — enforced structurally, not just by convention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7FB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846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 _Static_assert checks pin the superblock, inode, timestamp and directory-entry structures to their intended sizes — the on-disk layout can't silently drift from the design.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→ Physical Block Addressing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035040" cy="1828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range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direct pointers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blocks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– 135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single-indirect block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blocks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 – 16,519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double-indirect tree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16,384 blocks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749040"/>
            <a:ext cx="6035040" cy="1508760"/>
          </a:xfrm>
          <a:prstGeom prst="roundRect">
            <a:avLst>
              <a:gd name="adj" fmla="val 3636"/>
            </a:avLst>
          </a:prstGeom>
          <a:solidFill>
            <a:srgbClr val="F7FB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maximum file size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 + 128 + 128×128) × 512 = 8,458,240 bytes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22960" y="47091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pointer is 32 bits, so one 512-byte pointer block stores 128 addresses. Pointer/index blocks are themselves data-region allocations, tracked by the block bitmap.</a:t>
            </a:r>
            <a:endParaRPr lang="en-US" sz="1150" dirty="0"/>
          </a:p>
        </p:txBody>
      </p:sp>
      <p:sp>
        <p:nvSpPr>
          <p:cNvPr id="8" name="Shape 10"/>
          <p:cNvSpPr/>
          <p:nvPr/>
        </p:nvSpPr>
        <p:spPr>
          <a:xfrm>
            <a:off x="7406640" y="182880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9FD9D0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406640" y="1828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869680" y="2194560"/>
            <a:ext cx="502920" cy="0"/>
          </a:xfrm>
          <a:prstGeom prst="line">
            <a:avLst/>
          </a:prstGeom>
          <a:noFill/>
          <a:ln w="15875">
            <a:solidFill>
              <a:srgbClr val="496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372600" y="141732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CFE9E5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464040" y="14173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direct[0..7]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 data blocks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869680" y="2194560"/>
            <a:ext cx="502920" cy="685800"/>
          </a:xfrm>
          <a:prstGeom prst="line">
            <a:avLst/>
          </a:prstGeom>
          <a:noFill/>
          <a:ln w="15875">
            <a:solidFill>
              <a:srgbClr val="496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9372600" y="251460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BBA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464040" y="251460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single_indirect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128 data blocks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869680" y="2194560"/>
            <a:ext cx="502920" cy="1783080"/>
          </a:xfrm>
          <a:prstGeom prst="line">
            <a:avLst/>
          </a:prstGeom>
          <a:noFill/>
          <a:ln w="15875">
            <a:solidFill>
              <a:srgbClr val="496B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372600" y="3611880"/>
            <a:ext cx="2423160" cy="822960"/>
          </a:xfrm>
          <a:prstGeom prst="roundRect">
            <a:avLst>
              <a:gd name="adj" fmla="val 6667"/>
            </a:avLst>
          </a:prstGeom>
          <a:solidFill>
            <a:srgbClr val="FFFC00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464040" y="36118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double_indirect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128×128 data blocks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52560" y="2148840"/>
            <a:ext cx="3291840" cy="3291840"/>
          </a:xfrm>
          <a:prstGeom prst="ellipse">
            <a:avLst/>
          </a:prstGeom>
          <a:solidFill>
            <a:srgbClr val="D7E9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78240" y="-2377440"/>
            <a:ext cx="7498080" cy="749808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233172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Namespace, Links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Metadata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Resolution &amp; Namespace Rules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2412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API takes absolute paths only; path/component length limits are enforced and malformed components are rejected.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“/” resolves directly to inode 0; resolution walks each directory entry in turn.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through a non-directory returns ENOTDIR.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names → EEXIST.  Missing paths → ENOENT.  Non-empty directory removal → ENOTEMPTY.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can never be removed; an open or actively mapped inode cannot be removed.</a:t>
            </a:r>
            <a:endParaRPr lang="en-US" sz="16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failures never leave a partially visible object in the namespace.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Links &amp; Symbolic Links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links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ufs_link() adds another directory entry pointing at the same inode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link_count increments on link, decrements on unlink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inode are freed only once link_count reaches zero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hard links are prohibited — prevents namespace cycles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035040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links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5040" y="1965960"/>
            <a:ext cx="5577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UFS_TYPE_SYMLINK; target text stored in a UserFS data block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may be absolute or relative to the link's parent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resolution follows links; ufs_lstat()/ufs_readlink() inspect the link itself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40 expansions — excess or cyclic chains return ELOOP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7FB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6634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were explicitly listed as optional simplifications in the assignment — implemented anyway, with dedicated loop-safety and remount-persistence tests.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Descriptors &amp; I/O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descriptor table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slots per process — in-memory only, not part of the on-disk format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slot: active flag, inode number + generation, independent byte offset, access/append flags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check rejects a descriptor left pointing at a reused, freed inode</a:t>
            </a:r>
            <a:endParaRPr lang="en-US" sz="14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table returns EMFILE on ufs_open()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0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35040" y="196596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ufs_open() validates path, type, flags and requested permissions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ufs_read() stops at EOF, crosses block boundaries, advances the offset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ufs_write() overwrites or extends, allocates blocks as needed, zero-fills a seek-created hole, and advances the offset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mode re-resolves EOF on every write, not just at open time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ufs_seek() supports SEEK_SET / SEEK_CUR / SEEK_END; seeking past EOF never allocates or resizes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ufs_truncate() grows with zeros or shrinks while releasing blocks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7FB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50749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errno on failure: ENOENT, EEXIST, ENOSPC, ENOTDIR, EISDIR, ENOTEMPTY, EINVAL, EBADF, EACCES, EMFILE, EBUSY, ELOOP — Linux-style, matching TASK.md requirement 8.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Ownership &amp; Metadata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241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files: 0666 &amp; ~umask.  New directories: 0777 &amp; ~umask.  Default umask: 0022.</a:t>
            </a:r>
            <a:endParaRPr lang="en-US" sz="15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checks: owner bits → group bits (including supplementary groups) → other bits.</a:t>
            </a:r>
            <a:endParaRPr lang="en-US" sz="15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UID 0 bypasses permission checks — a documented project simplification.</a:t>
            </a:r>
            <a:endParaRPr lang="en-US" sz="15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API: ufs_chmod(), ufs_chown(), ufs_access(), ufs_utimens().</a:t>
            </a:r>
            <a:endParaRPr lang="en-US" sz="15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 initializes all three timestamps; writes/truncation update mtime + ctime; reads apply a relatime-style atime update.</a:t>
            </a:r>
            <a:endParaRPr lang="en-US" sz="15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ufs_stat() follows the final symlink; ufs_lstat() reports the link itself.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52560" y="2148840"/>
            <a:ext cx="3291840" cy="3291840"/>
          </a:xfrm>
          <a:prstGeom prst="ellipse">
            <a:avLst/>
          </a:prstGeom>
          <a:solidFill>
            <a:srgbClr val="D7E9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78240" y="-2377440"/>
            <a:ext cx="7498080" cy="749808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22402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Journal, mmap &amp;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325880" y="3794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required scope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Journal &amp; Crash Recovery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1508760"/>
            <a:ext cx="5486400" cy="621792"/>
          </a:xfrm>
          <a:prstGeom prst="roundRect">
            <a:avLst>
              <a:gd name="adj" fmla="val 7353"/>
            </a:avLst>
          </a:prstGeom>
          <a:solidFill>
            <a:srgbClr val="9FD9D0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1508760"/>
            <a:ext cx="5266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journal header + after-images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83864" y="2130552"/>
            <a:ext cx="164592" cy="146304"/>
          </a:xfrm>
          <a:prstGeom prst="downArrow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2960" y="2276856"/>
            <a:ext cx="5486400" cy="621792"/>
          </a:xfrm>
          <a:prstGeom prst="roundRect">
            <a:avLst>
              <a:gd name="adj" fmla="val 7353"/>
            </a:avLst>
          </a:prstGeom>
          <a:solidFill>
            <a:srgbClr val="FFFC00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32688" y="2276856"/>
            <a:ext cx="5266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fsync()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83864" y="2898648"/>
            <a:ext cx="164592" cy="146304"/>
          </a:xfrm>
          <a:prstGeom prst="downArrow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3044952"/>
            <a:ext cx="5486400" cy="621792"/>
          </a:xfrm>
          <a:prstGeom prst="roundRect">
            <a:avLst>
              <a:gd name="adj" fmla="val 7353"/>
            </a:avLst>
          </a:prstGeom>
          <a:solidFill>
            <a:srgbClr val="9FD9D0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32688" y="3044952"/>
            <a:ext cx="5266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Write commit record + fsync()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483864" y="3666744"/>
            <a:ext cx="164592" cy="146304"/>
          </a:xfrm>
          <a:prstGeom prst="downArrow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3813048"/>
            <a:ext cx="5486400" cy="621792"/>
          </a:xfrm>
          <a:prstGeom prst="roundRect">
            <a:avLst>
              <a:gd name="adj" fmla="val 7353"/>
            </a:avLst>
          </a:prstGeom>
          <a:solidFill>
            <a:srgbClr val="CFE9E5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2688" y="3813048"/>
            <a:ext cx="5266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Copy after-images to home blocks + fsync()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483864" y="4434840"/>
            <a:ext cx="164592" cy="146304"/>
          </a:xfrm>
          <a:prstGeom prst="downArrow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4581144"/>
            <a:ext cx="5486400" cy="621792"/>
          </a:xfrm>
          <a:prstGeom prst="roundRect">
            <a:avLst>
              <a:gd name="adj" fmla="val 7353"/>
            </a:avLst>
          </a:prstGeom>
          <a:solidFill>
            <a:srgbClr val="FFFBBA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2688" y="4581144"/>
            <a:ext cx="5266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Clear header/commit + fsync()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75120" y="173736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Physical-block after-images; up to 124 unique target blocks per transaction.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checks header, commit sequence, target ranges and payload checksum.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valid, fully committed transaction is replayed; an incomplete or checksum-invalid one is discarded.</a:t>
            </a:r>
            <a:endParaRPr lang="en-US" sz="13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Full-block replay is idempotent — safe even if a crash interrupts an earlier replay.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Copy-Backed mmap &amp; Synchronization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Copy-backed memory mapping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ufs_mmap() copies the requested range into anonymous Linux memory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mapping never writes back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ufs_msync() copies a writable shared mapping back to the inode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ufs_munmap() auto-syncs a writable shared mapping first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Inode-generation check stops a stale mapping from writing a reused inode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Unmount/unlink with active mappings → EBUSY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model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1965960"/>
            <a:ext cx="5303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Process-local read/write lock plus a whole-image advisory fcntl lock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mapping table has its own mutex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global mounted context per process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coordinated access — not a claim of full multi-threaded / multi-process POSIX semantics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7FB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525780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feature was required — TASK.md explicitly waives mmap and multi-thread/multi-process access.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Invariants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60020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0 always contains a valid Version 2 superblock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13432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31343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 0 always represents / and is never freed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026664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02666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below 2186 are never returned by the data allocator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5349240" cy="566928"/>
          </a:xfrm>
          <a:prstGeom prst="roundRect">
            <a:avLst>
              <a:gd name="adj" fmla="val 14516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739896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bitmap bit always means “allocated / reserved”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600200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160020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block_count = ceil(size / 512); pointer blocks are additional metadata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2313432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0" y="2313432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operations remain visible after unmount + remount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026664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3026664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Newly allocated blocks and exposed ranges always read as zero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3739896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3739896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ENOSPC never leaves a partially created namespace object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6634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the 14 invariants documented in DESIGN.md §12 — the full list is enforced by the test suite.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52560" y="2148840"/>
            <a:ext cx="3291840" cy="3291840"/>
          </a:xfrm>
          <a:prstGeom prst="ellipse">
            <a:avLst/>
          </a:prstGeom>
          <a:solidFill>
            <a:srgbClr val="D7E9E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78240" y="-2377440"/>
            <a:ext cx="7498080" cy="749808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22402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3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0241280" cy="268833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file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coverage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test_integration.c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Lifecycle, namespace, I/O, seek, truncate, errors, persistence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test_storage_v2.c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Direct, single-indirect and double-indirect allocation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test_journal.c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Commit, replay, incomplete transactions, persistence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test_metadata.c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Permissions, ownership, timestamps, metadata persistence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test_links.c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links, symbolic links, loops, remount behavior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test_mmap.c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Shared/private mappings, synchronization, errors, persistence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4348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coverage beyond the required scope: test_permissions_namespace.c, test_crash_recovery.c, test_threads.c, test_processes.c.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48920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with -std=c11 -Wall -Wextra -Werror -pedantic, and additionally run under AddressSanitizer and UndefinedBehaviorSanitizer.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Results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23545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2354580" cy="7315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20802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/ 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58368" y="2907792"/>
            <a:ext cx="21351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passed / failed, across 10 test binaries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77540" y="1645920"/>
            <a:ext cx="23545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77540" y="1645920"/>
            <a:ext cx="2354580" cy="7315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14700" y="1965960"/>
            <a:ext cx="20802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87268" y="2907792"/>
            <a:ext cx="21351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warnings under -Wall -Wextra -Werror -pedantic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06440" y="1645920"/>
            <a:ext cx="23545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06440" y="1645920"/>
            <a:ext cx="2354580" cy="7315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0" y="1965960"/>
            <a:ext cx="20802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916168" y="2907792"/>
            <a:ext cx="21351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AddressSanitizer + UndefinedBehaviorSanitizer runs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435340" y="1645920"/>
            <a:ext cx="23545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435340" y="1645920"/>
            <a:ext cx="2354580" cy="7315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72500" y="1965960"/>
            <a:ext cx="20802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545068" y="2907792"/>
            <a:ext cx="21351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tested persistence scenarios passed after unmount + remount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9776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test:  test_integration (87), test_storage_v2 (2), test_journal (3), test_metadata (2), test_links (63), test_mmap (55), test_permissions_namespace (29), test_crash_recovery (12) — all pass.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concurrency:  test_threads (35), test_processes (14) — all pass.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sanitize:  integration, links and mmap suites re-run under ASan + UBSan — no sanitizer reports.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&amp; Interactive Demo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REPL — apps/userfs_shell.c — built directly on the library, used to manually exercise every API path and to demo the filesystem live.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commands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· mount · unmount · pwd · cd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mkdir · create / touch · rmdir · rm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· append · cat · truncate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· stat · lstat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· readlink · chmod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035040" y="20574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&amp; inspection commands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2468880"/>
            <a:ext cx="5577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— dump the superblock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 — inode/block bitmap occupancy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inode &lt;n&gt; — raw inode fields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&lt;path&gt; — logical→physical block mapping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&lt;path&gt; — raw block/content dump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· help · quit / exit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532120"/>
            <a:ext cx="11064240" cy="502920"/>
          </a:xfrm>
          <a:prstGeom prst="roundRect">
            <a:avLst>
              <a:gd name="adj" fmla="val 10909"/>
            </a:avLst>
          </a:prstGeom>
          <a:solidFill>
            <a:srgbClr val="F7FB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55321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binary backs today's live demo: format an image, create nested files, unmount/remount, and show the data survived.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TASK.md — Met and Exceeded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93852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8928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" y="1865376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filesystem implementation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2257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2768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9536" y="2249424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 — layout, allocation, invariants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70662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66090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" y="2633472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testing slides (this deck)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09067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0449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" y="3017520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/ mount / unmount / mkdir / rmdir / listdir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4290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" y="3401568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open / close / read / write / seek / truncate / unlink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85876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381304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9536" y="3785616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ufs_stat() with type, size &amp; metadata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24281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419709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" y="4169664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across unmount + remount, nested directories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462686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" y="45811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9536" y="4553712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errno-based error handling (ENOENT, EEXIST, ENOSPC, ...)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35040" y="14630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beyond the “simplifications” list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35040" y="193852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035040" y="18928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45936" y="1865376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links + a public hard-link API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035040" y="232257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035040" y="22768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45936" y="2249424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Permissions, ownership, timestamps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035040" y="270662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035040" y="266090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45936" y="2633472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Redo journaling with crash recovery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035040" y="309067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35040" y="304495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45936" y="3017520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Copy-backed mmap / msync / munmap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035040" y="347472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035040" y="342900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45936" y="3401568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multi-thread synchronization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035040" y="385876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035040" y="381304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345936" y="3785616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multi-process synchronization scenarios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035040" y="4343400"/>
            <a:ext cx="5577840" cy="1417320"/>
          </a:xfrm>
          <a:prstGeom prst="roundRect">
            <a:avLst>
              <a:gd name="adj" fmla="val 3871"/>
            </a:avLst>
          </a:prstGeom>
          <a:solidFill>
            <a:srgbClr val="F7FB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309360" y="43434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“Simplifications” in TASK.md were explicitly optional — “no pressure ;)”. The team implemented tested versions of these optional extensions, each with dedicated tests.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Limits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1600200"/>
            <a:ext cx="10515600" cy="530352"/>
          </a:xfrm>
          <a:prstGeom prst="roundRect">
            <a:avLst>
              <a:gd name="adj" fmla="val 15517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160020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16 MiB image geometry, one mounted image per process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2258568"/>
            <a:ext cx="10515600" cy="530352"/>
          </a:xfrm>
          <a:prstGeom prst="roundRect">
            <a:avLst>
              <a:gd name="adj" fmla="val 15517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51560" y="225856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512 inodes, 32 open descriptors, 32 active mappings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2916936"/>
            <a:ext cx="10515600" cy="530352"/>
          </a:xfrm>
          <a:prstGeom prst="roundRect">
            <a:avLst>
              <a:gd name="adj" fmla="val 15517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51560" y="291693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64 entries in any single directory (direct-pointers-only)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3575304"/>
            <a:ext cx="10515600" cy="530352"/>
          </a:xfrm>
          <a:prstGeom prst="roundRect">
            <a:avLst>
              <a:gd name="adj" fmla="val 15517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51560" y="357530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mmap is copy-backed — not native kernel page-fault-backed mmap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233672"/>
            <a:ext cx="10515600" cy="530352"/>
          </a:xfrm>
          <a:prstGeom prst="roundRect">
            <a:avLst>
              <a:gd name="adj" fmla="val 15517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423367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sparse files — gaps are physically zero-filled on extension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22960" y="4892040"/>
            <a:ext cx="10515600" cy="530352"/>
          </a:xfrm>
          <a:prstGeom prst="roundRect">
            <a:avLst>
              <a:gd name="adj" fmla="val 15517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51560" y="489204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covers metadata + explicit transactions, not every multi-block operation atomically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55321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limits keep the design understandable while preserving every core filesystem concept the assignment asks for.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3017520"/>
            <a:ext cx="5486400" cy="548640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7FB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150876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Lifecycle, shared layout &amp; synchronization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1508760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userfs.h / ufs_internal.h ownership, format/mount/unmount, superblock validation, sync primitives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459736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7FB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459736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Arwa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77440" y="2459736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allocation &amp; journal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2459736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bitmaps, inode table I/O, block mapping, truncate, redo transactions &amp; recovery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10712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7FB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3410712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Yasmeen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77440" y="3410712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Paths, namespace &amp; links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760720" y="3410712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resolution, directories, hard/symbolic links, mkdir/rmdir/create/unlink/listdir/stat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61688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7FB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4361688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77440" y="4361688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Descriptors, file I/O, mmap, shell &amp; integration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60720" y="4361688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open/close/read/write/seek/truncate, mmap/msync/munmap, descriptor table, shell, final merge 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12664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7FBFA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5312664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377440" y="5312664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Metadata, QA &amp; documentation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60720" y="5312664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permissions/ownership/timestamps, integration &amp; persistence tests, DESIGN.md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77240" y="-777240"/>
            <a:ext cx="1554480" cy="1554480"/>
          </a:xfrm>
          <a:prstGeom prst="ellipse">
            <a:avLst/>
          </a:prstGeom>
          <a:solidFill>
            <a:srgbClr val="496B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2377440"/>
            <a:ext cx="7498080" cy="749808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 rot="1200000">
            <a:off x="11018520" y="5989320"/>
            <a:ext cx="502920" cy="77724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 rot="-1200000">
            <a:off x="11338560" y="5989320"/>
            <a:ext cx="502920" cy="777240"/>
          </a:xfrm>
          <a:prstGeom prst="ellipse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UserFS Team  |  System Programming in Linux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0" y="24688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383280" y="3246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71600" y="2331720"/>
            <a:ext cx="1554480" cy="1554480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23317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3395</Words>
  <Application>Microsoft Office PowerPoint</Application>
  <PresentationFormat>Widescreen</PresentationFormat>
  <Paragraphs>408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Adn Elkawas</cp:lastModifiedBy>
  <cp:revision>2</cp:revision>
  <dcterms:created xsi:type="dcterms:W3CDTF">2026-08-15T21:53:58Z</dcterms:created>
  <dcterms:modified xsi:type="dcterms:W3CDTF">2026-08-15T23:12:51Z</dcterms:modified>
</cp:coreProperties>
</file>